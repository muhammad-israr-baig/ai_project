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Merriweather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4125973b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4125973b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4125973b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4125973b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4125973b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4125973b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13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5775" y="3960614"/>
            <a:ext cx="3600450" cy="246474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70550" y="942100"/>
            <a:ext cx="7251000" cy="26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 b="1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Sonar Rock  vs  Mine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Prediction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876800" y="4317589"/>
            <a:ext cx="243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SUBMITTED BY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76800" y="4690169"/>
            <a:ext cx="2438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65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uhammad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Israr</a:t>
            </a:r>
            <a:r>
              <a:rPr lang="en-US" sz="165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76800" y="5072955"/>
            <a:ext cx="2438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Fahad</a:t>
            </a:r>
            <a:r>
              <a:rPr lang="en-US" sz="165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Naeem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857875" y="5598616"/>
            <a:ext cx="4764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876800" y="5808166"/>
            <a:ext cx="2438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     Artificial intelligence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238125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Abstract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476250" y="1238250"/>
            <a:ext cx="112395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91537" y="3205162"/>
            <a:ext cx="214312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476250" y="2152650"/>
            <a:ext cx="645795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66750" y="2295525"/>
            <a:ext cx="607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 build a system that automatically classifies underwater sonar signals as either "Rock" or "Mine".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476250" y="2152650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476250" y="3190875"/>
            <a:ext cx="645795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66750" y="3333750"/>
            <a:ext cx="607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Technique: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Utilized the </a:t>
            </a: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K-Nearest Neighbors (KNN)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machine learning algorithm.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476250" y="3190875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76250" y="4229100"/>
            <a:ext cx="645795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66750" y="4371975"/>
            <a:ext cx="607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Outcome: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Python-based GUI application was developed that achieves high accuracy on the test dataset.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76250" y="4229100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76250" y="5267325"/>
            <a:ext cx="645795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66750" y="5410200"/>
            <a:ext cx="607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Impact: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Reduces manual error in sonar signal analysis for naval safety applications.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76250" y="5267325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82100" y="34337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605837" y="4386262"/>
            <a:ext cx="1914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Target Classification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3529012"/>
            <a:ext cx="408622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5575" y="3529012"/>
            <a:ext cx="4086225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238125" y="395287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476250" y="1157287"/>
            <a:ext cx="112395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1600200" y="2043112"/>
            <a:ext cx="899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Sonar (Sound Navigation and Ranging) is critical for underwater exploration and defense. However, distinguishing between a natural </a:t>
            </a: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Rock (R)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and a man-made </a:t>
            </a: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Mine (M)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is difficult due to noisy signal reflections.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600200" y="5662612"/>
            <a:ext cx="899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project automates this process by treating the 60 frequency bands of a sonar chirp as a "data fingerprint."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885950" y="3814762"/>
            <a:ext cx="35147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Manual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885950" y="4500562"/>
            <a:ext cx="3514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Slow &amp; Error Prone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72175" y="426243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791325" y="3814762"/>
            <a:ext cx="35147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System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91325" y="4500562"/>
            <a:ext cx="351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Instant &amp; Consistent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0450" y="2252662"/>
            <a:ext cx="43053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4673351"/>
            <a:ext cx="6029325" cy="187389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238125" y="15626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Description &amp; Preprocessing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76250" y="777626"/>
            <a:ext cx="112395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476250" y="1625351"/>
            <a:ext cx="6457950" cy="590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666750" y="1768226"/>
            <a:ext cx="6076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Dataset: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Sonar.csv (UCI Repository).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476250" y="1625351"/>
            <a:ext cx="47625" cy="5905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76250" y="2358776"/>
            <a:ext cx="645795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66750" y="2501651"/>
            <a:ext cx="607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Input (X):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60 Continuous numerical attributes (Energy in frequency bands).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476250" y="2358776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76250" y="3397001"/>
            <a:ext cx="6457950" cy="590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66750" y="3539876"/>
            <a:ext cx="6076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Output (y):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Binary Labels ('M' or 'R').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476250" y="3397001"/>
            <a:ext cx="47625" cy="5905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476250" y="4130426"/>
            <a:ext cx="6457950" cy="255969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66750" y="4273301"/>
            <a:ext cx="6076950" cy="2273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Preprocessing Code Implemented: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476250" y="4130426"/>
            <a:ext cx="47625" cy="2559694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7" title="2c70241b-5bcd-476d-a35f-184cab1f374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3700" y="1928800"/>
            <a:ext cx="5172924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0450" y="2252662"/>
            <a:ext cx="43053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238125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Algorithm Selection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476250" y="1238250"/>
            <a:ext cx="112395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476250" y="2360265"/>
            <a:ext cx="6457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Chosen Model: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K-Nearest Neighbors (KNN)</a:t>
            </a:r>
            <a:endParaRPr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0" y="2271712"/>
            <a:ext cx="42672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/>
          <p:nvPr/>
        </p:nvSpPr>
        <p:spPr>
          <a:xfrm>
            <a:off x="476250" y="2916435"/>
            <a:ext cx="6457950" cy="12001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66750" y="3059310"/>
            <a:ext cx="6076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Why KNN?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It is a non-parametric, lazy learning algorithm perfect for recognizing clusters of signal patterns without assuming a specific data distribution.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476250" y="2916435"/>
            <a:ext cx="47625" cy="1200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76250" y="4259460"/>
            <a:ext cx="6457950" cy="17716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666750" y="4402335"/>
            <a:ext cx="60769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Configuration: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476250" y="4259460"/>
            <a:ext cx="47625" cy="17716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952500" y="4850010"/>
            <a:ext cx="5743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n_neighbors = 3: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Checks 3 closest matches.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52500" y="5392935"/>
            <a:ext cx="5743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Metric: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Euclidean Distance.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0250" y="3474839"/>
            <a:ext cx="2381250" cy="2622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5375" y="3474839"/>
            <a:ext cx="2381250" cy="2622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0" y="3474839"/>
            <a:ext cx="2381250" cy="262294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238125" y="760214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Design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476250" y="1522214"/>
            <a:ext cx="112395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2276475" y="2408039"/>
            <a:ext cx="7639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application follows a modular MVC-style architecture using </a:t>
            </a: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Tkinter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class structure.</a:t>
            </a:r>
            <a:endParaRPr/>
          </a:p>
        </p:txBody>
      </p:sp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5125" y="366533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2140743" y="4379714"/>
            <a:ext cx="21002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Backend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2190750" y="4779764"/>
            <a:ext cx="20002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Pandas &amp; Scikit-Learn handle data loading, splitting (70/30), and model training.</a:t>
            </a:r>
            <a:endParaRPr/>
          </a:p>
        </p:txBody>
      </p:sp>
      <p:pic>
        <p:nvPicPr>
          <p:cNvPr id="184" name="Google Shape;1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467201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366533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5045868" y="4379714"/>
            <a:ext cx="21002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Frontend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095875" y="4779764"/>
            <a:ext cx="2000250" cy="74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Tkinter SonarGUI class manages the window, buttons, and label updates.</a:t>
            </a:r>
            <a:endParaRPr/>
          </a:p>
        </p:txBody>
      </p:sp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77125" y="467201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15375" y="366533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7950993" y="4379714"/>
            <a:ext cx="21002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 Visualization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001000" y="4779764"/>
            <a:ext cx="2000250" cy="74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FigureCanvasTkAgg embeds Matplotlib charts directly into the GUI.</a:t>
            </a:r>
            <a:endParaRPr/>
          </a:p>
        </p:txBody>
      </p:sp>
      <p:pic>
        <p:nvPicPr>
          <p:cNvPr id="192" name="Google Shape;19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90862" y="383678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67412" y="3836789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872537" y="3836789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997547"/>
            <a:ext cx="6457950" cy="232023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238125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476250" y="1238250"/>
            <a:ext cx="112395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762000" y="3283297"/>
            <a:ext cx="5886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~</a:t>
            </a:r>
            <a:r>
              <a:rPr lang="en-US" sz="48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92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.0</a:t>
            </a:r>
            <a:r>
              <a:rPr lang="en-US" sz="48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%</a:t>
            </a:r>
            <a:endParaRPr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762000" y="4169122"/>
            <a:ext cx="5886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Testing Accuracy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62000" y="4635847"/>
            <a:ext cx="5886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(Random State = 42)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7410450" y="2214562"/>
            <a:ext cx="4305300" cy="1504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7600950" y="2357437"/>
            <a:ext cx="39243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Train/Test Split: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model was trained on 70% of the data (approx 145 samples) and evaluated on the remaining 30% (63 samples).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7410450" y="2214562"/>
            <a:ext cx="47625" cy="15049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7410450" y="3862387"/>
            <a:ext cx="430530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7600950" y="4005262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Performance: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model correctly identified the majority of Mines and Rocks.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7410450" y="3862387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7410450" y="4900612"/>
            <a:ext cx="4305300" cy="12001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7600950" y="5043487"/>
            <a:ext cx="3924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Generalization: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Scaling ensures the model works on new signal intensities, not just the specific training examples.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7410450" y="4900612"/>
            <a:ext cx="47625" cy="1200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252662"/>
            <a:ext cx="64579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238125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Visualization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476250" y="1238250"/>
            <a:ext cx="112395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262187"/>
            <a:ext cx="64389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7410450" y="2572345"/>
            <a:ext cx="452056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Confusion Matrix Analysis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410450" y="3000970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We generated a Heatmap to visualize errors: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410450" y="5515570"/>
            <a:ext cx="430530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Code used: sns.heatmap(cm, annot=True, cmap='Blues')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7724775" y="349627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791450" y="3496270"/>
            <a:ext cx="3924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Diagonal (Dark Blue):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Represents correct predictions (True Positives &amp; True Negatives).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724775" y="441067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791450" y="4410670"/>
            <a:ext cx="3924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Off-Diagonal (Light):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Represents the few misclassifications (e.g., predicting a Mine is a Rock).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0450" y="2252662"/>
            <a:ext cx="43053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238125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User Interfaces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476250" y="1238250"/>
            <a:ext cx="112395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76250" y="2595562"/>
            <a:ext cx="6457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We built a functional GUI to make the AI accessible.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476250" y="3090862"/>
            <a:ext cx="6457950" cy="590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666750" y="3233737"/>
            <a:ext cx="6076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Control Panel: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Allows users to trigger predictions.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476250" y="3090862"/>
            <a:ext cx="47625" cy="5905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476250" y="3824287"/>
            <a:ext cx="645795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666750" y="3967162"/>
            <a:ext cx="607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Real-Time Simulation: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"Test Random Sample" button pulls a random row from the test set and runs the prediction instantly.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476250" y="3824287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476250" y="4862512"/>
            <a:ext cx="645795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666750" y="5005387"/>
            <a:ext cx="607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Feedback: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Displays "Predicted: Rock/Mine" with color coding (Green for correct, Red for incorrect).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476250" y="4862512"/>
            <a:ext cx="47625" cy="8953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2" title="ai_main_p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4200" y="2252650"/>
            <a:ext cx="4471549" cy="381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3142654"/>
            <a:ext cx="3555950" cy="2029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3142654"/>
            <a:ext cx="3555950" cy="2029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9650" y="3142654"/>
            <a:ext cx="3556099" cy="202986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238125" y="1685329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476250" y="2447329"/>
            <a:ext cx="112395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762000" y="3476029"/>
            <a:ext cx="313367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Success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762000" y="3892450"/>
            <a:ext cx="2984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Successfully implemented an end-to-end classification pipeline with &gt;85% accuracy.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603700" y="3476029"/>
            <a:ext cx="313367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Learning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4603700" y="3892450"/>
            <a:ext cx="2984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Mastered the integration of Machine Learning (Scikit-Learn) with Desktop GUIs (Tkinter).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8445400" y="3476029"/>
            <a:ext cx="313382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Future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8445400" y="3892450"/>
            <a:ext cx="29845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Plan to implement Hyperparameter Tuning (Slider for K) and support for live sensor data.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remove the last button point the empty o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5" descr="make this slide abit more bett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Microsoft Office PowerPoint</Application>
  <PresentationFormat>Widescreen</PresentationFormat>
  <Paragraphs>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Merriweather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Israr Baig</cp:lastModifiedBy>
  <cp:revision>2</cp:revision>
  <dcterms:modified xsi:type="dcterms:W3CDTF">2025-12-31T07:52:39Z</dcterms:modified>
</cp:coreProperties>
</file>